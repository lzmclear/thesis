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2807335" y="119380"/>
            <a:ext cx="6577330" cy="914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274945" y="173355"/>
            <a:ext cx="1642110" cy="29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绪论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938780" y="556260"/>
            <a:ext cx="1470025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研究背景和意义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592320" y="556260"/>
            <a:ext cx="1485900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国内外研究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现状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262370" y="556260"/>
            <a:ext cx="1382395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论文主要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811135" y="556260"/>
            <a:ext cx="1485900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论文的主要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807970" y="1148715"/>
            <a:ext cx="6577330" cy="914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15230" y="1203325"/>
            <a:ext cx="2162175" cy="29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相关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173730" y="1585595"/>
            <a:ext cx="1470025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有限块长信息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论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210810" y="1585595"/>
            <a:ext cx="1770380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图神经网络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471410" y="1585595"/>
            <a:ext cx="1701165" cy="408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深度强化学习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808605" y="2178050"/>
            <a:ext cx="6577330" cy="161480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585460" y="2302510"/>
            <a:ext cx="1134745" cy="29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提出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问题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174365" y="2729865"/>
            <a:ext cx="2776855" cy="923925"/>
          </a:xfrm>
          <a:prstGeom prst="roundRect">
            <a:avLst/>
          </a:prstGeom>
          <a:noFill/>
          <a:ln>
            <a:solidFill>
              <a:schemeClr val="accent6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CF-mMIMO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系统在实际部署中，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UE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端的非线性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PA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AP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端的低分辨率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ADC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会引入严重的硬件损伤，导致系统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SE</a:t>
            </a: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骤减</a:t>
            </a:r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6263640" y="2729865"/>
            <a:ext cx="2776855" cy="923925"/>
          </a:xfrm>
          <a:prstGeom prst="roundRect">
            <a:avLst/>
          </a:prstGeom>
          <a:noFill/>
          <a:ln>
            <a:solidFill>
              <a:schemeClr val="accent6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传统香农容量理论基于长码块假设，无法准确刻画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URLLC</a:t>
            </a:r>
            <a:r>
              <a:rPr lang="zh-CN" altLang="en-US" sz="1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短包传输特性，难以满足毫秒级时延约束下的实时决策需求</a:t>
            </a:r>
            <a:endParaRPr lang="zh-CN" altLang="en-US" sz="1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809240" y="3933190"/>
            <a:ext cx="3141980" cy="1992630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42920" y="4002405"/>
            <a:ext cx="2708910" cy="29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第三章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图神经网络辅助深度强化学习的非理想硬件去蜂窝大规模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MIMO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系统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3313430" y="4705985"/>
            <a:ext cx="213360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建立系统模型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3373755" y="5099685"/>
            <a:ext cx="197485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推导用户可达速率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3234055" y="5493385"/>
            <a:ext cx="225425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DMAGNN-AC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算法设计及优化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243955" y="3933190"/>
            <a:ext cx="3141980" cy="1992630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43345" y="4002405"/>
            <a:ext cx="2785110" cy="29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四章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非理想硬件条件下去蜂窝大规模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MIMO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系统的</a:t>
            </a:r>
            <a:r>
              <a:rPr lang="en-US" altLang="zh-CN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URLLC</a:t>
            </a:r>
            <a:r>
              <a:rPr lang="zh-CN" altLang="en-US" sz="1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服务资源分配策略</a:t>
            </a:r>
            <a:endParaRPr lang="zh-CN" altLang="en-US" sz="1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6748145" y="4705985"/>
            <a:ext cx="213360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建立系统模型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6808470" y="5099685"/>
            <a:ext cx="197485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推导上行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用户速率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668770" y="5493385"/>
            <a:ext cx="2254250" cy="320675"/>
          </a:xfrm>
          <a:prstGeom prst="roundRect">
            <a:avLst/>
          </a:prstGeom>
          <a:noFill/>
          <a:ln>
            <a:solidFill>
              <a:schemeClr val="accent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算法设计及数值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分析</a:t>
            </a:r>
            <a:endParaRPr lang="zh-CN" altLang="en-US" sz="12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809240" y="6078855"/>
            <a:ext cx="6577330" cy="5683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总结与展望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WPS 演示</Application>
  <PresentationFormat>宽屏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等线</vt:lpstr>
      <vt:lpstr>仿宋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Gvto</cp:lastModifiedBy>
  <cp:revision>5</cp:revision>
  <dcterms:created xsi:type="dcterms:W3CDTF">2023-08-09T12:44:00Z</dcterms:created>
  <dcterms:modified xsi:type="dcterms:W3CDTF">2026-03-11T10:46:41Z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324F40A0A49548BB902791CCDB28D8AC_12</vt:lpwstr>
  </property>
</Properties>
</file>